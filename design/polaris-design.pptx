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8AF7E-0004-33D2-009F-8B24D01038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A59E57-D6A3-91D2-5432-709BBB570E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2C063F-812F-1463-5029-3EAC3A61C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F3EBB-F0A2-F14B-8181-FC034A330FC8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74087F-4694-B0D5-6D77-F9F8AE7EA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4CACB-7F22-391F-7327-3E3C88B19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40975-701C-1D4B-91D9-158089AD3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69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7DB31-8D98-48DF-19D1-D58112EFA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696902-F5F9-4ECE-E8D4-0A617000AD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0ECB0-8BFE-9764-950C-D80899283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F3EBB-F0A2-F14B-8181-FC034A330FC8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82969-C07B-CD1F-F267-F304A82D4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AB164C-1B73-45C2-1244-382273551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40975-701C-1D4B-91D9-158089AD3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78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F4923-D098-6265-1436-C289D3610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EA94E2-4DB3-BF4E-F27C-300C73AE2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0CABF4-F229-7FCA-F860-CBE5BFA66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F3EBB-F0A2-F14B-8181-FC034A330FC8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33B28C-2F86-619B-2FF7-7FB404525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334710-1E67-8125-9143-0D3A1B8AD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40975-701C-1D4B-91D9-158089AD3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165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A7089-BE7D-AF5E-3A03-999C3504A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50D3A-066F-7A85-94BB-63DF24C1BF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8D1692-0F04-DB35-3703-6421782859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6C4036-E827-E68F-3BC5-7A44F0E5A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F3EBB-F0A2-F14B-8181-FC034A330FC8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9137C0-7B75-1A80-4F71-61C7FE081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7A6D3D-F569-93FA-A4E9-2E3B0E114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40975-701C-1D4B-91D9-158089AD3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977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33958-1BC7-F501-FD70-127E31CA8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3471B9-75DE-4140-0177-3B71DA4EC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9B79CA-DEE1-543F-E69F-8B2AAB8577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0C5F15-0D40-8600-519D-DBEE4F4586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83AF2A-9098-7E01-9C91-2FCDA2BEB9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A55F6F-A1EB-B730-1083-5F9145CE3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F3EBB-F0A2-F14B-8181-FC034A330FC8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5FF01F-77B4-D31D-A847-7306490E0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C1C25A-5D32-ACB2-CF9C-7DD5EB32D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40975-701C-1D4B-91D9-158089AD3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9844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A1336-E011-075B-FA2D-9CC938491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93306D-C80E-F2EF-7004-C8354E454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F3EBB-F0A2-F14B-8181-FC034A330FC8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5BE3A3-695A-CCAA-C49E-68B720C68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57886A-2409-25E0-B131-D483D22D4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40975-701C-1D4B-91D9-158089AD3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679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703935-0108-3185-FDEA-B1BD92A3A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F3EBB-F0A2-F14B-8181-FC034A330FC8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00F285-28A1-07AD-A6B2-B35045CF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816F7B-4005-E577-C386-604DD57F4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40975-701C-1D4B-91D9-158089AD3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707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A4648-821B-2B17-C03A-A9A6E1F97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C832C7-3014-FEAB-D87E-F4ACE1AA77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3029C0-A868-F4BD-5AE0-10E5C7B448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63FB89-D55B-EBA7-AC8D-359A46136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F3EBB-F0A2-F14B-8181-FC034A330FC8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26C98A-DC6B-DB30-FDD6-ED8763D59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2660F3-BB34-CCB1-FE80-1AC7746AF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40975-701C-1D4B-91D9-158089AD3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3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E77E7-C727-15E9-7093-8ED7EE78C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1CBBA9-F918-1530-B827-C43C08A81F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F90429-5FCD-2A94-60DE-13AF9AF465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E34CAD-0F2B-B9EE-CF6B-F1196B378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F3EBB-F0A2-F14B-8181-FC034A330FC8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A3AF61-D27E-B331-6BB9-E59CC1B9B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40291F-6FF0-C80F-5C41-0F616CE91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40975-701C-1D4B-91D9-158089AD3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2048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DB83A-8B56-AA82-8DB4-9F2935978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0CFD47-877F-A518-F6B8-B6F60A9106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749EE-856C-99DF-1747-4FF98ACFA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F3EBB-F0A2-F14B-8181-FC034A330FC8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72E47-CF02-0DAD-6973-2A8266F27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1FBBED-DC47-CE37-2F4A-94ACA180D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40975-701C-1D4B-91D9-158089AD3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510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64796E-DE34-BC0D-3F33-C4376C7348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C391CF-6EE6-6380-208A-306817A53F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4799CC-5306-9F26-B86F-A3F12694D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F3EBB-F0A2-F14B-8181-FC034A330FC8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C40DEF-ADFE-A969-1193-C754114A4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A93A4A-08D2-DAB0-E597-51DE9E896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40975-701C-1D4B-91D9-158089AD3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857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FC9E8B-5238-D595-21A0-08D95D5DA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6C19C7-8449-9F48-05E8-1A3926CF52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060FF6-FCD4-527C-64A2-9C33A8851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CF3EBB-F0A2-F14B-8181-FC034A330FC8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A7DFA-F0F9-3F67-4751-CD1BC0DF13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6803CE-CC44-06B2-5CCD-AACA014333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940975-701C-1D4B-91D9-158089AD3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557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artoon of a submarine&#10;&#10;AI-generated content may be incorrect.">
            <a:extLst>
              <a:ext uri="{FF2B5EF4-FFF2-40B4-BE49-F238E27FC236}">
                <a16:creationId xmlns:a16="http://schemas.microsoft.com/office/drawing/2014/main" id="{1D4768BA-7DFC-3F3E-B5CF-BD4C71B932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4700" y="654050"/>
            <a:ext cx="7772400" cy="5323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0885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816F9CDA-9750-6D2F-D4AB-CDE10745A5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0800" y="742950"/>
            <a:ext cx="9550400" cy="537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94517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0</Words>
  <Application>Microsoft Macintosh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Olin Kirkland</dc:creator>
  <cp:lastModifiedBy>Olin Kirkland</cp:lastModifiedBy>
  <cp:revision>7</cp:revision>
  <dcterms:created xsi:type="dcterms:W3CDTF">2025-12-31T03:56:55Z</dcterms:created>
  <dcterms:modified xsi:type="dcterms:W3CDTF">2025-12-31T04:17:28Z</dcterms:modified>
</cp:coreProperties>
</file>